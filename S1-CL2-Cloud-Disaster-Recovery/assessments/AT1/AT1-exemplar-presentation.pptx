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24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Design &amp; Disaster Recovery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5613B"/>
                </a:solidFill>
                <a:latin typeface="Source Sans 3"/>
              </a:rPr>
              <a:t>YAT LMS Global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MTS Consulting</a:t>
            </a:r>
          </a:p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Design approval — presented to YAT ICT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Why now — the India expansion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What we're designing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Web-scale design — serving a global cohort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audit-log microservice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Disaster recovery — risks and objectives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Disaster recovery — the recovery plan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What stays onshore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Cost and proportionality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decision we're asking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Why now — the India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YAT's GIFT City partnership takes the LMS global — a partner institution now depends on it.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That means the LMS must now: serve a global user base, survive the loss of a whole region, and be provisioned as code.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Today's design is single-region high availability — right for one Australian cohort, not for this.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So this engagement delivers two things: a Solution Design for the changes, and a Disaster Recovery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What we're designing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Solution Design (Part A) — scale the web application for a global cohort, plus an audit-log microservice.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Disaster Recovery Plan (Part B) — recover the LMS if the primary region is lost.</a:t>
            </a:r>
          </a:p>
          <a:p>
            <a:pPr lvl="1">
              <a:spcAft>
                <a:spcPts val="800"/>
              </a:spcAft>
            </a:pPr>
            <a:r>
              <a:rPr sz="1400" b="1" i="0">
                <a:solidFill>
                  <a:srgbClr val="C5613B"/>
                </a:solidFill>
                <a:latin typeface="Source Sans 3"/>
              </a:rPr>
              <a:t>–  </a:t>
            </a:r>
            <a:r>
              <a:rPr sz="1400" b="0" i="0">
                <a:solidFill>
                  <a:srgbClr val="1F2329"/>
                </a:solidFill>
                <a:latin typeface="Source Sans 3"/>
              </a:rPr>
              <a:t>Recovery objectives: RTO ≤ 4 hours, RPO ≤ 1 hour.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This is the design. Approval today is the gate to building it in Phase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Web-scale design — serving a global cohort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CloudFront edge delivery + Route 53 latency routing — India users are served from the nearest edge, not Sydney.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ElastiCache caches sessions and hot reads, absorbing a larger, spikier load off the database.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existing multi-AZ load balancer, Auto Scaling and database are retained; scaling policies retuned.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Availability and security are maintained — WAF at the edge, the origin locked to CloudFront, TLS throughout.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audit-log microservice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 small serverless service: webhook → API Gateway → SQS → Lambda → DynamoDB, hosted in the India region.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Its one job: record India-cohort access events, and keep those logs in India (the residency requirement).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Loosely coupled — the LMS only calls a webhook; the service can change independently behind it.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same generic engine serves the Accounting practice project — only the payload differs.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design in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1F5A5C"/>
                </a:solidFill>
                <a:latin typeface="Source Sans 3"/>
              </a:rPr>
              <a:t>Serve globally at the edge; keep the India logs in India; leave the core data in Sydney.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6660"/>
                </a:solidFill>
                <a:latin typeface="Source Sans 3"/>
              </a:rPr>
              <a:t>The simplest change that meets the requirements — no data replication, no over-provisioning.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Disaster recovery — risks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Three major risk events: loss of the primary region, destructive data loss, and a cyber-security compromise.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RPO ≤ 1 hour — a disaster loses at most the last hour of data.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RTO ≤ 4 hours — the LMS is back in service within four hours of an incident being declared.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existing HA design already covers component / Availability-Zone failure; this plan covers losing the whole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Disaster recovery — the recovery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Strategy: back up and restore into a second Australian region (Melbourne).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An hourly cross-region snapshot copy meets the RPO; the infrastructure-as-code templates rebuild the stack to meet the RTO.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runbook: detect → declare → rebuild from code → restore the database → verify → cut DNS over → confirm.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 tabletop run of the region-loss scenario confirmed the steps complete inside the four-hour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What stays onshore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Recovery is into a second Australian region — student data never leaves the country, even during a disaster.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Data residency for the India access logs is handled in the design (the microservice), not in the DR plan.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Disaster recovery and regulatory residency are kept separate — each stays simple and does one job.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Cost and proportionality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Backup-and-restore is the lowest-cost DR tier that still meets 4 hours / 1 hour — no idle standby to pay for.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Edge delivery and caching scale on demand; the microservice scales to zero when idle.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No replication of the main database into another region, and no over-provisioned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decision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1F5A5C"/>
                </a:solidFill>
                <a:latin typeface="Source Sans 3"/>
              </a:rPr>
              <a:t>Approve the Solution Design and the Disaster Recovery Plan, so we can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6660"/>
                </a:solidFill>
                <a:latin typeface="Source Sans 3"/>
              </a:rPr>
              <a:t>Design approved → Phase 2 implementation (the Deployment Report).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660"/>
                </a:solidFill>
                <a:latin typeface="Source Sans 3"/>
              </a:rPr>
              <a:t>MTS Consulting  ·  YAT LMS Global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12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