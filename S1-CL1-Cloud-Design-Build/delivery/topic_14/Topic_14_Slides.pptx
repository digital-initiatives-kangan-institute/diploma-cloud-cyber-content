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4" d="100"/>
          <a:sy n="54" d="100"/>
        </p:scale>
        <p:origin x="84" y="11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14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Closure &amp; documentation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Write the HA report, evidence what you know, and close the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Close it out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final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Topic 13 implemented the HA design and proved it under simulated failure.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92268F"/>
                </a:solidFill>
                <a:latin typeface="Roboto"/>
              </a:rPr>
              <a:t>■  Topic 14 turns that into the HA Deployment Report, evidences your knowledge, and closes the engagement.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Three moves: write the report (the simulation findings are its heart), evidence knowledge in context, and close out with feedback + sign-off.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This is the end of AT3 — and of the journey from advising to building to hardening.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Write the HA Deployment Report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from evidence to deliverable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Evidence into the appendices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same discipline as AT2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Organise everything you captured into the appendices: A — build screenshots; B — configuration exports; C — test &amp; simulation evidence.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92268F"/>
                </a:solidFill>
                <a:latin typeface="Roboto"/>
              </a:rPr>
              <a:t>■  Label and number each item so the narrative can cite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Traceable evidence is what turns a claim into proof.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HA report structure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§1 Executive Summary · §2 Engagement Context · §3 Scope (the maintenance window).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§4 Build/Change Narrative (the HA changes from the baseline) · §5 Configuration Decisions · §6 Testing, Simulation &amp; Validation.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§7 Operational Handover · §8 Knowledge Evidence.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92268F"/>
                </a:solidFill>
                <a:latin typeface="Roboto"/>
              </a:rPr>
              <a:t>■  Appendices A–D — A screenshots · B config exports · C test/simulation evidence · D reflections.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heart — §6 simulation findings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your Topic 13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§6 is where you prove fault tolerance: the failure simulation, the resize simulation, and the availability you measured.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92268F"/>
                </a:solidFill>
                <a:latin typeface="Roboto"/>
              </a:rPr>
              <a:t>■  Compare the findings to the design's recovery objectives, and record any adjustments you made.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This section is what AT3 is marked on — the evidence the HA design actually works.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§4 narrative · §5 decisions · §7 handover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rest of the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§4 — the HA changes from the baseline (cross-AZ network, cross-AZ ASG + ALB, Multi-AZ database), cross-referencing the appendices.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§5 — the HA configuration decisions, justified.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§7 — operational handover: what YAT ICT now runs (the HA-tuned alarms, the failover behaviour, what to watch).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92268F"/>
                </a:solidFill>
                <a:latin typeface="Roboto"/>
              </a:rPr>
              <a:t>■  §1 Executive Summary — write it last.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Draft the HA Deployment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A2929"/>
                </a:solidFill>
                <a:latin typeface="Roboto"/>
              </a:rPr>
              <a:t>Write the report to the template for the practice engagement: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§4 the HA changes; §5 the decisions; §6 your simulation findings (the centrepiece)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cross-reference Appendices A/B/C; §7 the handover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92268F"/>
                </a:solidFill>
                <a:latin typeface="Roboto"/>
              </a:rPr>
              <a:t>■  Every claim ties back to a labelled appendix item.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~40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The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Organise evidence into Appendices A/B/C; label and cross-reference.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Follow the template — §1–§8 + Appendices A–D.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§6 simulation findings is the heart — the proof of fault tolerance.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Write the Executive Summary last.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Knowledge in context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evidence what you know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Evidence what you know (§8)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grounded, not 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Answer the knowledge questions about high availability — fault tolerance, recovery objectives, redundancy, the trade-offs.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7B5CE"/>
                </a:solidFill>
                <a:latin typeface="Roboto"/>
              </a:rPr>
              <a:t>■  Ground every answer in your own HA work: cite your design and your simulation findings.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“Why Multi-AZ for the database?” → because of this workload and what my failover simulation showed — not a textbook definition.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Answer the knowledge questions 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A2929"/>
                </a:solidFill>
                <a:latin typeface="Roboto"/>
              </a:rPr>
              <a:t>Complete §8 for the practice engagement: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reference your HA design, your decisions, and your simulation results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availability · fault tolerance · recovery objectives · redundancy mechanisms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7B5CE"/>
                </a:solidFill>
                <a:latin typeface="Roboto"/>
              </a:rPr>
              <a:t>■  Specific to your system — not generic best practice.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Close the engagement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feedback · sign-off · reflection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Feedback &amp; sign-off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ICTCLD502 · Implement &amp; finalise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At completion, collect unbiased feedback to confirm the design meets requirements — surveys, one-on-one interviews, focus groups.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Confirm, seek and respond to feedback from the required personnel.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05F61"/>
                </a:solidFill>
                <a:latin typeface="Roboto"/>
              </a:rPr>
              <a:t>■  Then obtain final sign-off from the project sponsor (or delegated authority) — generally the last step in closing a project.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Reflect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Appendix 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Write an honest reflection on the HA engagement — what worked, what you'd do differently, what you learned.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05F61"/>
                </a:solidFill>
                <a:latin typeface="Roboto"/>
              </a:rPr>
              <a:t>■  A reflection is a review, not a summary of what you did.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It's how you improve the next engagement — and it's assessed.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Close out — feedback, sign-off &amp;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A2929"/>
                </a:solidFill>
                <a:latin typeface="Roboto"/>
              </a:rPr>
              <a:t>Finalise the engagement: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seek feedback on your report and record your response (§7.5)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obtain and record final sign-off (§7.6)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write your reflection (Appendix 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Close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Collect unbiased feedback; confirm, seek and respond to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Obtain final sign-off — the last step in closing the project.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Reflect honestly — what worked, what you'd change.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engagement is now formally complete.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EDAB0C"/>
                </a:solidFill>
                <a:latin typeface="Roboto"/>
              </a:rPr>
              <a:t>Topic 14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HA Deployment Report is the deliverable — write it to the template.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§6 simulation findings is the heart: the proof of fault tolerance.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Evidence your knowledge in the context of your own HA 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Close with feedback, final sign-off, and an honest reflection.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69864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5769864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5769864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AT3 — and the build journey — is complete.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AT3 complete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 advised the client (AT1), built the solution (AT2), and made it highly available (AT3) — designed, implemented, proven, documented, and signed off.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The cluster's teaching arc is done.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1068</Words>
  <Application>Microsoft Office PowerPoint</Application>
  <PresentationFormat>Widescreen</PresentationFormat>
  <Paragraphs>133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Roboto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Timothy Baird</cp:lastModifiedBy>
  <cp:revision>1</cp:revision>
  <dcterms:created xsi:type="dcterms:W3CDTF">2013-01-27T09:14:16Z</dcterms:created>
  <dcterms:modified xsi:type="dcterms:W3CDTF">2026-06-04T04:15:19Z</dcterms:modified>
  <cp:category/>
</cp:coreProperties>
</file>