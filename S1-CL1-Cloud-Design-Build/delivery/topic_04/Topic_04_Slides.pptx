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04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The decision &amp; the plan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From evidence to a recommendation a board can approve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evidence to decision and plan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now you make the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You've built the evidence (Topic 3). Now you do what a consultant is paid for: make the call.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800" b="1" i="0">
                <a:solidFill>
                  <a:srgbClr val="92268F"/>
                </a:solidFill>
                <a:latin typeface="Roboto"/>
              </a:rPr>
              <a:t>Three moves: prioritise → recommend → plan it, then ask for the decision.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These are the last sections of the business case — after this, the written case is complete.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 board approves a clear recommendation, a credible plan, and a specific ask. Give them all three.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Recommendation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from analysis to advice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analysis to advice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Evaluation tells you what the options are worth; a recommendation says what to do.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This is the turn from analyst to advisor — you stop weighing and start advising.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800" b="1" i="0">
                <a:solidFill>
                  <a:srgbClr val="92268F"/>
                </a:solidFill>
                <a:latin typeface="Roboto"/>
              </a:rPr>
              <a:t>The board wants a clear call, backed by the evidence you've already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Prioritise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Before recommending, rank the proposed changes (from your gap analysis): what matters most, what's urgent, what can wait.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 simple lens: impact (against the objectives) versus effort / urgency.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800" b="1" i="0">
                <a:solidFill>
                  <a:srgbClr val="92268F"/>
                </a:solidFill>
                <a:latin typeface="Roboto"/>
              </a:rPr>
              <a:t>Prioritisation makes the plan sequenceable — and shows you're not boiling the ocean.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Make the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State the recommended option plainly — no hedging.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Justify it straight from the evidence: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the CBA result (cost over the horizon)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the risk / impact comparison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alignment with the strategic objectives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800" b="1" i="0">
                <a:solidFill>
                  <a:srgbClr val="92268F"/>
                </a:solidFill>
                <a:latin typeface="Roboto"/>
              </a:rPr>
              <a:t>Name the trade-off you're accepting — a recommendation with no downside isn't trusted.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strong recommendation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Decisive — one clear recommended option.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Evidence-linked — every reason traces to your CBA / risk / strategy work.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Honest — names the trade-off and why it's acceptable.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800" b="1" i="0">
                <a:solidFill>
                  <a:srgbClr val="92268F"/>
                </a:solidFill>
                <a:latin typeface="Roboto"/>
              </a:rPr>
              <a:t>Actionable — leads naturally into the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In your working copy of the Business Case, add the Recommendation section for the Accounting System (Ledgerline).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Prioritise your proposed changes (from your gap analysis).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State the recommended option plainly.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Justify it from your CBA + risk + strategic alignment — cite your own earlier sections.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Name the trade-off you're accepting.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700" b="0" i="0">
                <a:solidFill>
                  <a:srgbClr val="92268F"/>
                </a:solidFill>
                <a:latin typeface="Roboto"/>
              </a:rPr>
              <a:t>⚠  Recommend, don't re-argue — point at the evidence you already built.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Prioritise the changes, then recommend — impact vs effort/urgency.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clear option; justify it straight from the evidence; name the trade-off.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recommendation is the hinge between the evidence and the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Action plan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how and when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the action plan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 recommendation says what and why; the action plan says how and when.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It turns a “yes” into execution the organisation can actually run.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7B5CE"/>
                </a:solidFill>
                <a:latin typeface="Roboto"/>
              </a:rPr>
              <a:t>And it proves the recommendation is feasible.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parts of an action plan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five parts (becomes the Action Plan section)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Prioritised changes — what gets done, in priority order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Implementation schedule — phases / sequence / timeframe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Standards, targets &amp; success metrics — how you'll know it worked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Implementation methods — how each change is delivered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Alignment with the change-management procedure — routing through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Sequencing &amp; the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Order the work by priority and dependency (you can't migrate data before the target exists).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Group into phases with a realistic timeframe.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7B5CE"/>
                </a:solidFill>
                <a:latin typeface="Roboto"/>
              </a:rPr>
              <a:t>Board-level — phases and milestones, not a day-by-day Gantt. Show the critical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Standards, targets &amp; 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Hold the work to the industry standards (Well-Architected, ISO 27017, Essential Eight, ITIL).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Set measurable targets: availability, recovery, cutover with no data loss, budget adherence.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7B5CE"/>
                </a:solidFill>
                <a:latin typeface="Roboto"/>
              </a:rPr>
              <a:t>Targets make the plan accountable — they define “done well”.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Align to the change-management procedure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Real change runs through governance.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Map the high-risk steps (e.g. cutover) to the change-management procedure: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change request → risk assessment → approval → change window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7B5CE"/>
                </a:solidFill>
                <a:latin typeface="Roboto"/>
              </a:rPr>
              <a:t>This is what separates a consultant's plan from a wish-list.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the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In your working copy of the Business Case, add the Action Plan for the Accounting System.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Include all five parts: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prioritised changes · implementation schedule (phases)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standards, targets &amp; success metrics · implementation methods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alignment with the change-management procedure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~1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7B5CE"/>
                </a:solidFill>
                <a:latin typeface="Roboto"/>
              </a:rPr>
              <a:t>⚠  Board-level — phases, milestones and metrics, not a day-by-day task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min, then we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plan turns the recommendation into executable phases.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Five parts: prioritised changes · schedule · standards/targets/metrics · methods · change-mgmt alignment.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Board-level detail; route high-risk steps through governance; make it measurable.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decision requested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make the “yes” easy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Close with a clear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 business case that doesn't ask for anything gets “noted”, not approved.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5F61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05F61"/>
                </a:solidFill>
                <a:latin typeface="Roboto"/>
              </a:rPr>
              <a:t>The final section makes the decision easy: state exactly what you want approved,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to ask for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be specific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Approve the recommended option.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Approve the action plan as the roadmap.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Authorise the budget envelope (the figure from your CBA).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List the next steps; defer the high-risk gates to their change-management approval.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5F61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05F61"/>
                </a:solidFill>
                <a:latin typeface="Roboto"/>
              </a:rPr>
              <a:t>The ask should be answerable with a single “approved”.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Next Steps &amp; the Decision Requested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In your working copy of the Business Case, add the Next Steps and Decision Requested section for the Accounting System — completing the written business case.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State the specific decisions you're asking the board to make (option, plan, budget).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List the immediate next steps.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Note how the high-risk steps route through the change-management procedure.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05F61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05F61"/>
                </a:solidFill>
                <a:latin typeface="Roboto"/>
              </a:rPr>
              <a:t>⚠  A specific, answerable ask — name the option, the plan, and the budget figure.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~15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decision requested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End with a specific, answerable ask: approve option + plan + budget.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Defer high-risk gates to their change-management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Your written business case is now complete — diagnosis, evidence, decision and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The case is written — now make it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You've completed the written business case: diagnosis → evidence → decision &amp; plan.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Recommendation, action plan and a clear ask — everything a board needs to say yes.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A written case only persuades if it's also delivered well.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present it — pitch the case to the board and handle the 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